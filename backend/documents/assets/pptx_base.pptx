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67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294F185-885C-490A-A2E5-A98B7755B520}"/>
              </a:ext>
            </a:extLst>
          </p:cNvPr>
          <p:cNvSpPr/>
          <p:nvPr/>
        </p:nvSpPr>
        <p:spPr>
          <a:xfrm>
            <a:off x="237744" y="219456"/>
            <a:ext cx="11710416" cy="6419088"/>
          </a:xfrm>
          <a:prstGeom prst="rect">
            <a:avLst/>
          </a:prstGeom>
          <a:solidFill>
            <a:srgbClr val="EC6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FA4F6A-9F60-476B-86D9-43421282A4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920939"/>
            <a:ext cx="9144000" cy="2224341"/>
          </a:xfrm>
        </p:spPr>
        <p:txBody>
          <a:bodyPr anchor="b"/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fr-CH" noProof="0"/>
              <a:t>Titre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64288-DF6B-4DE2-BB1B-800B58631A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535424"/>
            <a:ext cx="9144000" cy="1520952"/>
          </a:xfrm>
        </p:spPr>
        <p:txBody>
          <a:bodyPr/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H" noProof="0"/>
              <a:t>Sous-titre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6DD2C5-8964-44E9-81C0-41B6443A0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560" y="566657"/>
            <a:ext cx="2200879" cy="105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18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7BCDE-A5EF-4162-88B9-2C3C45AC43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528" y="365126"/>
            <a:ext cx="11423904" cy="73215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fr-CH" noProof="0" dirty="0"/>
              <a:t>Titre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824202-B032-46B8-825C-3591A89744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BBF4B-2A97-4BBF-9D11-5FF7F53D10B9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A4D8277-AE65-40DD-93AC-D019F9A6A68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14338" y="1517904"/>
            <a:ext cx="11423904" cy="42428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CH" noProof="0" dirty="0"/>
              <a:t>Contenu</a:t>
            </a:r>
          </a:p>
          <a:p>
            <a:pPr lvl="1"/>
            <a:r>
              <a:rPr lang="fr-CH" noProof="0" dirty="0"/>
              <a:t>Second niveau</a:t>
            </a:r>
          </a:p>
          <a:p>
            <a:pPr lvl="2"/>
            <a:r>
              <a:rPr lang="fr-CH" noProof="0" dirty="0"/>
              <a:t>Troisième niveau</a:t>
            </a:r>
          </a:p>
          <a:p>
            <a:pPr lvl="3"/>
            <a:r>
              <a:rPr lang="fr-CH" noProof="0" dirty="0"/>
              <a:t>Quatrième niveau</a:t>
            </a:r>
          </a:p>
          <a:p>
            <a:pPr lvl="4"/>
            <a:r>
              <a:rPr lang="fr-CH" noProof="0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718041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A8DD5F-1332-4EBE-85B2-7669C0630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365125"/>
            <a:ext cx="114239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68930-A26F-43DF-B821-8C3002DDF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4528" y="1825625"/>
            <a:ext cx="11423904" cy="4215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E5474-3EB7-4968-B252-B20A07365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232" y="63272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BCBBBF4B-2A97-4BBF-9D11-5FF7F53D10B9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9764B8-5558-4C57-AB75-9B76340415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28" y="6107468"/>
            <a:ext cx="1337362" cy="51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631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Thè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1" id="{6553F5C0-B8E9-409E-8B55-9F613F2E36E9}" vid="{ED363458-88FF-4089-86AF-D06B4889D51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</TotalTime>
  <Words>21</Words>
  <Application>Microsoft Office PowerPoint</Application>
  <PresentationFormat>Grand écran</PresentationFormat>
  <Paragraphs>7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Montserrat</vt:lpstr>
      <vt:lpstr>Roboto</vt:lpstr>
      <vt:lpstr>Thème1</vt:lpstr>
      <vt:lpstr>Titre diaporama</vt:lpstr>
      <vt:lpstr>Titre diapo contenu</vt:lpstr>
      <vt:lpstr>Merci pour votre participation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 Ligues sante »</dc:title>
  <dc:creator>Tiffany Dumaire</dc:creator>
  <cp:lastModifiedBy>Tiffany Dumaire</cp:lastModifiedBy>
  <cp:revision>17</cp:revision>
  <dcterms:created xsi:type="dcterms:W3CDTF">2023-06-07T12:37:58Z</dcterms:created>
  <dcterms:modified xsi:type="dcterms:W3CDTF">2026-09-23T14:06:21Z</dcterms:modified>
</cp:coreProperties>
</file>